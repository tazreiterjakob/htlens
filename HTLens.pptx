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6" r:id="rId1"/>
  </p:sldMasterIdLst>
  <p:notesMasterIdLst>
    <p:notesMasterId r:id="rId9"/>
  </p:notesMasterIdLst>
  <p:sldIdLst>
    <p:sldId id="256" r:id="rId2"/>
    <p:sldId id="259" r:id="rId3"/>
    <p:sldId id="257" r:id="rId4"/>
    <p:sldId id="260" r:id="rId5"/>
    <p:sldId id="262" r:id="rId6"/>
    <p:sldId id="261" r:id="rId7"/>
    <p:sldId id="258" r:id="rId8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8E6348F-D41F-4D65-AF71-69EF2C31D7BB}" v="19" dt="2025-06-03T13:01:44.8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9" d="100"/>
          <a:sy n="59" d="100"/>
        </p:scale>
        <p:origin x="964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microsoft.com/office/2015/10/relationships/revisionInfo" Target="revisionInfo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024715-C693-45B7-8BF1-F6EF3854CBF4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/>
      <dgm:spPr/>
      <dgm:t>
        <a:bodyPr/>
        <a:lstStyle/>
        <a:p>
          <a:endParaRPr lang="en-US"/>
        </a:p>
      </dgm:t>
    </dgm:pt>
    <dgm:pt modelId="{4C420BBF-A064-41A7-9D95-F1BC6BD6A998}">
      <dgm:prSet/>
      <dgm:spPr/>
      <dgm:t>
        <a:bodyPr/>
        <a:lstStyle/>
        <a:p>
          <a:r>
            <a:rPr lang="de-AT"/>
            <a:t>Fabian Brandstetter - Frontend</a:t>
          </a:r>
          <a:endParaRPr lang="en-US"/>
        </a:p>
      </dgm:t>
    </dgm:pt>
    <dgm:pt modelId="{C2282692-74C7-4955-9721-A11BE928E8D8}" type="parTrans" cxnId="{64EC8C45-52AF-48FA-9530-83F285DC45F1}">
      <dgm:prSet/>
      <dgm:spPr/>
      <dgm:t>
        <a:bodyPr/>
        <a:lstStyle/>
        <a:p>
          <a:endParaRPr lang="en-US"/>
        </a:p>
      </dgm:t>
    </dgm:pt>
    <dgm:pt modelId="{74ED0361-A72C-4A39-9F8A-F954B048BE1E}" type="sibTrans" cxnId="{64EC8C45-52AF-48FA-9530-83F285DC45F1}">
      <dgm:prSet/>
      <dgm:spPr/>
      <dgm:t>
        <a:bodyPr/>
        <a:lstStyle/>
        <a:p>
          <a:endParaRPr lang="en-US"/>
        </a:p>
      </dgm:t>
    </dgm:pt>
    <dgm:pt modelId="{64575C75-BA70-470A-919C-62F02BB18659}">
      <dgm:prSet/>
      <dgm:spPr/>
      <dgm:t>
        <a:bodyPr/>
        <a:lstStyle/>
        <a:p>
          <a:r>
            <a:rPr lang="de-AT"/>
            <a:t>Jakob Tazreiter – Backend</a:t>
          </a:r>
          <a:endParaRPr lang="en-US"/>
        </a:p>
      </dgm:t>
    </dgm:pt>
    <dgm:pt modelId="{0774180B-AD77-4F8F-A4A0-47FF1C19CA7E}" type="parTrans" cxnId="{7F93AD4B-D274-42F8-AD8F-634464F73FE0}">
      <dgm:prSet/>
      <dgm:spPr/>
      <dgm:t>
        <a:bodyPr/>
        <a:lstStyle/>
        <a:p>
          <a:endParaRPr lang="en-US"/>
        </a:p>
      </dgm:t>
    </dgm:pt>
    <dgm:pt modelId="{85980050-3300-4CE3-B5BF-00A7F9F5B8D9}" type="sibTrans" cxnId="{7F93AD4B-D274-42F8-AD8F-634464F73FE0}">
      <dgm:prSet/>
      <dgm:spPr/>
      <dgm:t>
        <a:bodyPr/>
        <a:lstStyle/>
        <a:p>
          <a:endParaRPr lang="en-US"/>
        </a:p>
      </dgm:t>
    </dgm:pt>
    <dgm:pt modelId="{CED1232B-8F09-4C04-B7EC-2D525B97F0EC}">
      <dgm:prSet/>
      <dgm:spPr/>
      <dgm:t>
        <a:bodyPr/>
        <a:lstStyle/>
        <a:p>
          <a:r>
            <a:rPr lang="de-AT"/>
            <a:t>Jonas Wieser - Teamleiter</a:t>
          </a:r>
          <a:endParaRPr lang="en-US"/>
        </a:p>
      </dgm:t>
    </dgm:pt>
    <dgm:pt modelId="{672E2EEA-51BA-4914-9D24-35404287CC8E}" type="parTrans" cxnId="{C04E3711-9EE2-4369-9A69-2DD43345E546}">
      <dgm:prSet/>
      <dgm:spPr/>
      <dgm:t>
        <a:bodyPr/>
        <a:lstStyle/>
        <a:p>
          <a:endParaRPr lang="en-US"/>
        </a:p>
      </dgm:t>
    </dgm:pt>
    <dgm:pt modelId="{29AE2C1F-7238-4B1C-8CF4-5C91980DA231}" type="sibTrans" cxnId="{C04E3711-9EE2-4369-9A69-2DD43345E546}">
      <dgm:prSet/>
      <dgm:spPr/>
      <dgm:t>
        <a:bodyPr/>
        <a:lstStyle/>
        <a:p>
          <a:endParaRPr lang="en-US"/>
        </a:p>
      </dgm:t>
    </dgm:pt>
    <dgm:pt modelId="{AC543BB1-A96D-4F25-92E4-A4DC62000A8C}" type="pres">
      <dgm:prSet presAssocID="{42024715-C693-45B7-8BF1-F6EF3854CBF4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63DF134A-6A19-4618-8675-3B9552837FEA}" type="pres">
      <dgm:prSet presAssocID="{4C420BBF-A064-41A7-9D95-F1BC6BD6A998}" presName="hierRoot1" presStyleCnt="0"/>
      <dgm:spPr/>
    </dgm:pt>
    <dgm:pt modelId="{108973A9-6F3A-4E51-A27D-E3CD6C65CB7E}" type="pres">
      <dgm:prSet presAssocID="{4C420BBF-A064-41A7-9D95-F1BC6BD6A998}" presName="composite" presStyleCnt="0"/>
      <dgm:spPr/>
    </dgm:pt>
    <dgm:pt modelId="{2E06EE99-830F-4089-8F89-DC84E68F78E5}" type="pres">
      <dgm:prSet presAssocID="{4C420BBF-A064-41A7-9D95-F1BC6BD6A998}" presName="background" presStyleLbl="node0" presStyleIdx="0" presStyleCnt="3"/>
      <dgm:spPr/>
    </dgm:pt>
    <dgm:pt modelId="{92518CCD-7B57-4F1E-B9B2-7757F7734446}" type="pres">
      <dgm:prSet presAssocID="{4C420BBF-A064-41A7-9D95-F1BC6BD6A998}" presName="text" presStyleLbl="fgAcc0" presStyleIdx="0" presStyleCnt="3">
        <dgm:presLayoutVars>
          <dgm:chPref val="3"/>
        </dgm:presLayoutVars>
      </dgm:prSet>
      <dgm:spPr/>
    </dgm:pt>
    <dgm:pt modelId="{391B2362-6301-44E2-B6AD-5DDE1E3B6FC7}" type="pres">
      <dgm:prSet presAssocID="{4C420BBF-A064-41A7-9D95-F1BC6BD6A998}" presName="hierChild2" presStyleCnt="0"/>
      <dgm:spPr/>
    </dgm:pt>
    <dgm:pt modelId="{B57B2684-40EE-416D-8C35-541A40551FB7}" type="pres">
      <dgm:prSet presAssocID="{64575C75-BA70-470A-919C-62F02BB18659}" presName="hierRoot1" presStyleCnt="0"/>
      <dgm:spPr/>
    </dgm:pt>
    <dgm:pt modelId="{B6495956-81A5-43E8-90E1-B858A0FE4DB0}" type="pres">
      <dgm:prSet presAssocID="{64575C75-BA70-470A-919C-62F02BB18659}" presName="composite" presStyleCnt="0"/>
      <dgm:spPr/>
    </dgm:pt>
    <dgm:pt modelId="{4B44DD22-3F6C-4946-9EAF-09B4BC0867C7}" type="pres">
      <dgm:prSet presAssocID="{64575C75-BA70-470A-919C-62F02BB18659}" presName="background" presStyleLbl="node0" presStyleIdx="1" presStyleCnt="3"/>
      <dgm:spPr/>
    </dgm:pt>
    <dgm:pt modelId="{8ACF6234-7250-4432-8D3A-922918595C2C}" type="pres">
      <dgm:prSet presAssocID="{64575C75-BA70-470A-919C-62F02BB18659}" presName="text" presStyleLbl="fgAcc0" presStyleIdx="1" presStyleCnt="3">
        <dgm:presLayoutVars>
          <dgm:chPref val="3"/>
        </dgm:presLayoutVars>
      </dgm:prSet>
      <dgm:spPr/>
    </dgm:pt>
    <dgm:pt modelId="{9EDFBFE6-34F2-47F9-8870-D77B68D2AB9E}" type="pres">
      <dgm:prSet presAssocID="{64575C75-BA70-470A-919C-62F02BB18659}" presName="hierChild2" presStyleCnt="0"/>
      <dgm:spPr/>
    </dgm:pt>
    <dgm:pt modelId="{27EC02DA-F3B4-4068-9335-576A920290F3}" type="pres">
      <dgm:prSet presAssocID="{CED1232B-8F09-4C04-B7EC-2D525B97F0EC}" presName="hierRoot1" presStyleCnt="0"/>
      <dgm:spPr/>
    </dgm:pt>
    <dgm:pt modelId="{F732AC80-A915-42A5-BD2E-42FB6484C054}" type="pres">
      <dgm:prSet presAssocID="{CED1232B-8F09-4C04-B7EC-2D525B97F0EC}" presName="composite" presStyleCnt="0"/>
      <dgm:spPr/>
    </dgm:pt>
    <dgm:pt modelId="{7E4F6B5F-8EF6-4C3B-91AA-2EE8D7B97550}" type="pres">
      <dgm:prSet presAssocID="{CED1232B-8F09-4C04-B7EC-2D525B97F0EC}" presName="background" presStyleLbl="node0" presStyleIdx="2" presStyleCnt="3"/>
      <dgm:spPr/>
    </dgm:pt>
    <dgm:pt modelId="{5358B552-C806-4199-B973-726580E9ADDD}" type="pres">
      <dgm:prSet presAssocID="{CED1232B-8F09-4C04-B7EC-2D525B97F0EC}" presName="text" presStyleLbl="fgAcc0" presStyleIdx="2" presStyleCnt="3">
        <dgm:presLayoutVars>
          <dgm:chPref val="3"/>
        </dgm:presLayoutVars>
      </dgm:prSet>
      <dgm:spPr/>
    </dgm:pt>
    <dgm:pt modelId="{90FEC566-FB25-40FF-A5AA-D01D6A41C69E}" type="pres">
      <dgm:prSet presAssocID="{CED1232B-8F09-4C04-B7EC-2D525B97F0EC}" presName="hierChild2" presStyleCnt="0"/>
      <dgm:spPr/>
    </dgm:pt>
  </dgm:ptLst>
  <dgm:cxnLst>
    <dgm:cxn modelId="{C04E3711-9EE2-4369-9A69-2DD43345E546}" srcId="{42024715-C693-45B7-8BF1-F6EF3854CBF4}" destId="{CED1232B-8F09-4C04-B7EC-2D525B97F0EC}" srcOrd="2" destOrd="0" parTransId="{672E2EEA-51BA-4914-9D24-35404287CC8E}" sibTransId="{29AE2C1F-7238-4B1C-8CF4-5C91980DA231}"/>
    <dgm:cxn modelId="{AA366F19-29CB-40DA-A9AB-F20DAAA83D63}" type="presOf" srcId="{64575C75-BA70-470A-919C-62F02BB18659}" destId="{8ACF6234-7250-4432-8D3A-922918595C2C}" srcOrd="0" destOrd="0" presId="urn:microsoft.com/office/officeart/2005/8/layout/hierarchy1"/>
    <dgm:cxn modelId="{5A07043B-5013-4BC9-A870-1078E4412C0E}" type="presOf" srcId="{42024715-C693-45B7-8BF1-F6EF3854CBF4}" destId="{AC543BB1-A96D-4F25-92E4-A4DC62000A8C}" srcOrd="0" destOrd="0" presId="urn:microsoft.com/office/officeart/2005/8/layout/hierarchy1"/>
    <dgm:cxn modelId="{64EC8C45-52AF-48FA-9530-83F285DC45F1}" srcId="{42024715-C693-45B7-8BF1-F6EF3854CBF4}" destId="{4C420BBF-A064-41A7-9D95-F1BC6BD6A998}" srcOrd="0" destOrd="0" parTransId="{C2282692-74C7-4955-9721-A11BE928E8D8}" sibTransId="{74ED0361-A72C-4A39-9F8A-F954B048BE1E}"/>
    <dgm:cxn modelId="{7F93AD4B-D274-42F8-AD8F-634464F73FE0}" srcId="{42024715-C693-45B7-8BF1-F6EF3854CBF4}" destId="{64575C75-BA70-470A-919C-62F02BB18659}" srcOrd="1" destOrd="0" parTransId="{0774180B-AD77-4F8F-A4A0-47FF1C19CA7E}" sibTransId="{85980050-3300-4CE3-B5BF-00A7F9F5B8D9}"/>
    <dgm:cxn modelId="{B8B76C54-650C-4F94-9D20-9BE45B83B735}" type="presOf" srcId="{4C420BBF-A064-41A7-9D95-F1BC6BD6A998}" destId="{92518CCD-7B57-4F1E-B9B2-7757F7734446}" srcOrd="0" destOrd="0" presId="urn:microsoft.com/office/officeart/2005/8/layout/hierarchy1"/>
    <dgm:cxn modelId="{3ED4C6E2-6924-4532-BA68-6903792B76C5}" type="presOf" srcId="{CED1232B-8F09-4C04-B7EC-2D525B97F0EC}" destId="{5358B552-C806-4199-B973-726580E9ADDD}" srcOrd="0" destOrd="0" presId="urn:microsoft.com/office/officeart/2005/8/layout/hierarchy1"/>
    <dgm:cxn modelId="{1E5FFA08-E0D5-4722-B863-122B29B38390}" type="presParOf" srcId="{AC543BB1-A96D-4F25-92E4-A4DC62000A8C}" destId="{63DF134A-6A19-4618-8675-3B9552837FEA}" srcOrd="0" destOrd="0" presId="urn:microsoft.com/office/officeart/2005/8/layout/hierarchy1"/>
    <dgm:cxn modelId="{8318184D-A633-48F7-B999-B779D671356B}" type="presParOf" srcId="{63DF134A-6A19-4618-8675-3B9552837FEA}" destId="{108973A9-6F3A-4E51-A27D-E3CD6C65CB7E}" srcOrd="0" destOrd="0" presId="urn:microsoft.com/office/officeart/2005/8/layout/hierarchy1"/>
    <dgm:cxn modelId="{42B8256E-A268-48B8-8959-7E6052C901FE}" type="presParOf" srcId="{108973A9-6F3A-4E51-A27D-E3CD6C65CB7E}" destId="{2E06EE99-830F-4089-8F89-DC84E68F78E5}" srcOrd="0" destOrd="0" presId="urn:microsoft.com/office/officeart/2005/8/layout/hierarchy1"/>
    <dgm:cxn modelId="{506C1AFE-600B-45E2-A0A6-F120CF347DB0}" type="presParOf" srcId="{108973A9-6F3A-4E51-A27D-E3CD6C65CB7E}" destId="{92518CCD-7B57-4F1E-B9B2-7757F7734446}" srcOrd="1" destOrd="0" presId="urn:microsoft.com/office/officeart/2005/8/layout/hierarchy1"/>
    <dgm:cxn modelId="{0F7D5315-8BC1-4C77-A1F6-9D60A3C558A8}" type="presParOf" srcId="{63DF134A-6A19-4618-8675-3B9552837FEA}" destId="{391B2362-6301-44E2-B6AD-5DDE1E3B6FC7}" srcOrd="1" destOrd="0" presId="urn:microsoft.com/office/officeart/2005/8/layout/hierarchy1"/>
    <dgm:cxn modelId="{CE534704-BBB1-4162-82D6-3CEAAC68089A}" type="presParOf" srcId="{AC543BB1-A96D-4F25-92E4-A4DC62000A8C}" destId="{B57B2684-40EE-416D-8C35-541A40551FB7}" srcOrd="1" destOrd="0" presId="urn:microsoft.com/office/officeart/2005/8/layout/hierarchy1"/>
    <dgm:cxn modelId="{DB2A2D9D-2761-4F7E-BD38-06835C57AABE}" type="presParOf" srcId="{B57B2684-40EE-416D-8C35-541A40551FB7}" destId="{B6495956-81A5-43E8-90E1-B858A0FE4DB0}" srcOrd="0" destOrd="0" presId="urn:microsoft.com/office/officeart/2005/8/layout/hierarchy1"/>
    <dgm:cxn modelId="{22F6D5B3-0C04-4E80-A4EA-4ED41F5FB370}" type="presParOf" srcId="{B6495956-81A5-43E8-90E1-B858A0FE4DB0}" destId="{4B44DD22-3F6C-4946-9EAF-09B4BC0867C7}" srcOrd="0" destOrd="0" presId="urn:microsoft.com/office/officeart/2005/8/layout/hierarchy1"/>
    <dgm:cxn modelId="{8157A05B-0151-4F97-810B-E9301DB966C5}" type="presParOf" srcId="{B6495956-81A5-43E8-90E1-B858A0FE4DB0}" destId="{8ACF6234-7250-4432-8D3A-922918595C2C}" srcOrd="1" destOrd="0" presId="urn:microsoft.com/office/officeart/2005/8/layout/hierarchy1"/>
    <dgm:cxn modelId="{B6904CF7-8F9F-4A06-816C-8EE3288767E8}" type="presParOf" srcId="{B57B2684-40EE-416D-8C35-541A40551FB7}" destId="{9EDFBFE6-34F2-47F9-8870-D77B68D2AB9E}" srcOrd="1" destOrd="0" presId="urn:microsoft.com/office/officeart/2005/8/layout/hierarchy1"/>
    <dgm:cxn modelId="{117A6DF4-789E-4368-850F-316C64C1396E}" type="presParOf" srcId="{AC543BB1-A96D-4F25-92E4-A4DC62000A8C}" destId="{27EC02DA-F3B4-4068-9335-576A920290F3}" srcOrd="2" destOrd="0" presId="urn:microsoft.com/office/officeart/2005/8/layout/hierarchy1"/>
    <dgm:cxn modelId="{9031E94F-9197-4BCC-8CF4-ED63316DEBF8}" type="presParOf" srcId="{27EC02DA-F3B4-4068-9335-576A920290F3}" destId="{F732AC80-A915-42A5-BD2E-42FB6484C054}" srcOrd="0" destOrd="0" presId="urn:microsoft.com/office/officeart/2005/8/layout/hierarchy1"/>
    <dgm:cxn modelId="{A6B56C87-157C-4A8B-9E8B-4D2279489413}" type="presParOf" srcId="{F732AC80-A915-42A5-BD2E-42FB6484C054}" destId="{7E4F6B5F-8EF6-4C3B-91AA-2EE8D7B97550}" srcOrd="0" destOrd="0" presId="urn:microsoft.com/office/officeart/2005/8/layout/hierarchy1"/>
    <dgm:cxn modelId="{2FCDB2EA-E78A-4E2A-A8EC-998E47271974}" type="presParOf" srcId="{F732AC80-A915-42A5-BD2E-42FB6484C054}" destId="{5358B552-C806-4199-B973-726580E9ADDD}" srcOrd="1" destOrd="0" presId="urn:microsoft.com/office/officeart/2005/8/layout/hierarchy1"/>
    <dgm:cxn modelId="{30AAFDE1-2553-40BF-88A9-7EC61A675208}" type="presParOf" srcId="{27EC02DA-F3B4-4068-9335-576A920290F3}" destId="{90FEC566-FB25-40FF-A5AA-D01D6A41C69E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E06EE99-830F-4089-8F89-DC84E68F78E5}">
      <dsp:nvSpPr>
        <dsp:cNvPr id="0" name=""/>
        <dsp:cNvSpPr/>
      </dsp:nvSpPr>
      <dsp:spPr>
        <a:xfrm>
          <a:off x="0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2518CCD-7B57-4F1E-B9B2-7757F7734446}">
      <dsp:nvSpPr>
        <dsp:cNvPr id="0" name=""/>
        <dsp:cNvSpPr/>
      </dsp:nvSpPr>
      <dsp:spPr>
        <a:xfrm>
          <a:off x="322979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Fabian Brandstetter - Frontend</a:t>
          </a:r>
          <a:endParaRPr lang="en-US" sz="3300" kern="1200"/>
        </a:p>
      </dsp:txBody>
      <dsp:txXfrm>
        <a:off x="377041" y="1317778"/>
        <a:ext cx="2798693" cy="1737704"/>
      </dsp:txXfrm>
    </dsp:sp>
    <dsp:sp modelId="{4B44DD22-3F6C-4946-9EAF-09B4BC0867C7}">
      <dsp:nvSpPr>
        <dsp:cNvPr id="0" name=""/>
        <dsp:cNvSpPr/>
      </dsp:nvSpPr>
      <dsp:spPr>
        <a:xfrm>
          <a:off x="3552776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ACF6234-7250-4432-8D3A-922918595C2C}">
      <dsp:nvSpPr>
        <dsp:cNvPr id="0" name=""/>
        <dsp:cNvSpPr/>
      </dsp:nvSpPr>
      <dsp:spPr>
        <a:xfrm>
          <a:off x="3875756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Jakob Tazreiter – Backend</a:t>
          </a:r>
          <a:endParaRPr lang="en-US" sz="3300" kern="1200"/>
        </a:p>
      </dsp:txBody>
      <dsp:txXfrm>
        <a:off x="3929818" y="1317778"/>
        <a:ext cx="2798693" cy="1737704"/>
      </dsp:txXfrm>
    </dsp:sp>
    <dsp:sp modelId="{7E4F6B5F-8EF6-4C3B-91AA-2EE8D7B97550}">
      <dsp:nvSpPr>
        <dsp:cNvPr id="0" name=""/>
        <dsp:cNvSpPr/>
      </dsp:nvSpPr>
      <dsp:spPr>
        <a:xfrm>
          <a:off x="7105553" y="956885"/>
          <a:ext cx="2906817" cy="184582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358B552-C806-4199-B973-726580E9ADDD}">
      <dsp:nvSpPr>
        <dsp:cNvPr id="0" name=""/>
        <dsp:cNvSpPr/>
      </dsp:nvSpPr>
      <dsp:spPr>
        <a:xfrm>
          <a:off x="7428532" y="1263716"/>
          <a:ext cx="2906817" cy="184582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de-AT" sz="3300" kern="1200"/>
            <a:t>Jonas Wieser - Teamleiter</a:t>
          </a:r>
          <a:endParaRPr lang="en-US" sz="3300" kern="1200"/>
        </a:p>
      </dsp:txBody>
      <dsp:txXfrm>
        <a:off x="7482594" y="1317778"/>
        <a:ext cx="2798693" cy="173770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6018-9097-428E-9AD9-6FBA8B6715DD}" type="datetimeFigureOut">
              <a:rPr lang="de-AT" smtClean="0"/>
              <a:t>03.06.2025</a:t>
            </a:fld>
            <a:endParaRPr lang="de-AT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AT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de-AT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AT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1FB35B3-D7C8-4C9A-8D75-ABB5D85853F8}" type="slidenum">
              <a:rPr lang="de-AT" smtClean="0"/>
              <a:t>‹#›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24340708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izenplatzhalt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AT" dirty="0"/>
          </a:p>
        </p:txBody>
      </p:sp>
      <p:sp>
        <p:nvSpPr>
          <p:cNvPr id="4" name="Foliennummernplatzhalt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1FB35B3-D7C8-4C9A-8D75-ABB5D85853F8}" type="slidenum">
              <a:rPr lang="de-AT" smtClean="0"/>
              <a:t>7</a:t>
            </a:fld>
            <a:endParaRPr lang="de-AT"/>
          </a:p>
        </p:txBody>
      </p:sp>
    </p:spTree>
    <p:extLst>
      <p:ext uri="{BB962C8B-B14F-4D97-AF65-F5344CB8AC3E}">
        <p14:creationId xmlns:p14="http://schemas.microsoft.com/office/powerpoint/2010/main" val="173686059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9691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54021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796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05625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6/3/2025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4693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6/3/2025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199051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6/3/2025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19609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3076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6/3/2025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94434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26345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486158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6/3/2025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031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1" r:id="rId1"/>
    <p:sldLayoutId id="2147483682" r:id="rId2"/>
    <p:sldLayoutId id="2147483683" r:id="rId3"/>
    <p:sldLayoutId id="2147483684" r:id="rId4"/>
    <p:sldLayoutId id="2147483685" r:id="rId5"/>
    <p:sldLayoutId id="2147483679" r:id="rId6"/>
    <p:sldLayoutId id="2147483675" r:id="rId7"/>
    <p:sldLayoutId id="2147483676" r:id="rId8"/>
    <p:sldLayoutId id="2147483677" r:id="rId9"/>
    <p:sldLayoutId id="2147483678" r:id="rId10"/>
    <p:sldLayoutId id="2147483680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www.figma.com/design/DFQyucnPyS6dHNW0W141Vi/HTLens?node-id=0-1&amp;p=f" TargetMode="Externa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tazreiterJakob/HTLens" TargetMode="External"/><Relationship Id="rId2" Type="http://schemas.openxmlformats.org/officeDocument/2006/relationships/hyperlink" Target="https://trello.com/b/beBSJE2l/htlens" TargetMode="Externa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E9386B13-2751-EA80-CB02-001B893C2C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581842" y="3934467"/>
            <a:ext cx="3406543" cy="2779731"/>
          </a:xfrm>
        </p:spPr>
        <p:txBody>
          <a:bodyPr>
            <a:normAutofit/>
          </a:bodyPr>
          <a:lstStyle/>
          <a:p>
            <a:r>
              <a:rPr lang="de-AT" sz="2800" dirty="0"/>
              <a:t>Fabian Brandstetter Jakob </a:t>
            </a:r>
            <a:r>
              <a:rPr lang="de-AT" sz="2800" dirty="0" err="1"/>
              <a:t>Tazreiter</a:t>
            </a:r>
            <a:r>
              <a:rPr lang="de-AT" sz="2800" dirty="0"/>
              <a:t>  Jonas Wieser</a:t>
            </a:r>
            <a:br>
              <a:rPr lang="de-AT" sz="2800" dirty="0"/>
            </a:br>
            <a:endParaRPr lang="de-AT" sz="2800" dirty="0"/>
          </a:p>
        </p:txBody>
      </p:sp>
      <p:pic>
        <p:nvPicPr>
          <p:cNvPr id="5" name="Grafik 4" descr="Ein Bild, das Grafiken, Grafikdesign, Logo, Schrift enthält.&#10;&#10;KI-generierte Inhalte können fehlerhaft sein.">
            <a:extLst>
              <a:ext uri="{FF2B5EF4-FFF2-40B4-BE49-F238E27FC236}">
                <a16:creationId xmlns:a16="http://schemas.microsoft.com/office/drawing/2014/main" id="{4AEFDAE0-D91F-EEAA-42E0-0AC423AA5A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4" y="-1143000"/>
            <a:ext cx="8436428" cy="8436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9395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1A22726-DA03-BCB0-F12E-98258FB7E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046346DD-78EF-5376-8A11-10394D7844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548640"/>
            <a:ext cx="9160475" cy="1132258"/>
          </a:xfrm>
        </p:spPr>
        <p:txBody>
          <a:bodyPr anchor="ctr">
            <a:normAutofit/>
          </a:bodyPr>
          <a:lstStyle/>
          <a:p>
            <a:pPr algn="ctr"/>
            <a:r>
              <a:rPr lang="de-AT" dirty="0"/>
              <a:t>Das Team</a:t>
            </a:r>
            <a:endParaRPr lang="de-AT"/>
          </a:p>
        </p:txBody>
      </p:sp>
      <p:graphicFrame>
        <p:nvGraphicFramePr>
          <p:cNvPr id="5" name="Inhaltsplatzhalter 2">
            <a:extLst>
              <a:ext uri="{FF2B5EF4-FFF2-40B4-BE49-F238E27FC236}">
                <a16:creationId xmlns:a16="http://schemas.microsoft.com/office/drawing/2014/main" id="{9ED2D5FD-1137-A42A-7DE9-737751A4EC6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33506544"/>
              </p:ext>
            </p:extLst>
          </p:nvPr>
        </p:nvGraphicFramePr>
        <p:xfrm>
          <a:off x="930876" y="2037806"/>
          <a:ext cx="10335350" cy="406643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40671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fik 2" descr="Ein Bild, das Clipart, Cartoon, Darstellung enthält.&#10;&#10;KI-generierte Inhalte können fehlerhaft sein.">
            <a:extLst>
              <a:ext uri="{FF2B5EF4-FFF2-40B4-BE49-F238E27FC236}">
                <a16:creationId xmlns:a16="http://schemas.microsoft.com/office/drawing/2014/main" id="{AC06581E-ADD1-439E-6DD7-16891BB3C5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6447" y="1853775"/>
            <a:ext cx="4320000" cy="4320000"/>
          </a:xfrm>
          <a:prstGeom prst="rect">
            <a:avLst/>
          </a:prstGeom>
        </p:spPr>
      </p:pic>
      <p:sp>
        <p:nvSpPr>
          <p:cNvPr id="6" name="Textfeld 5">
            <a:extLst>
              <a:ext uri="{FF2B5EF4-FFF2-40B4-BE49-F238E27FC236}">
                <a16:creationId xmlns:a16="http://schemas.microsoft.com/office/drawing/2014/main" id="{F0A45532-91B9-6F87-DD43-00A50B42500C}"/>
              </a:ext>
            </a:extLst>
          </p:cNvPr>
          <p:cNvSpPr txBox="1"/>
          <p:nvPr/>
        </p:nvSpPr>
        <p:spPr>
          <a:xfrm>
            <a:off x="721909" y="684225"/>
            <a:ext cx="4320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200" dirty="0">
                <a:latin typeface="Bahnschrift" panose="020B0502040204020203" pitchFamily="34" charset="0"/>
              </a:rPr>
              <a:t>Frontend-Framework</a:t>
            </a:r>
          </a:p>
          <a:p>
            <a:pPr algn="ctr"/>
            <a:r>
              <a:rPr lang="de-AT" sz="3200" dirty="0">
                <a:latin typeface="Bahnschrift" panose="020B0502040204020203" pitchFamily="34" charset="0"/>
              </a:rPr>
              <a:t>-</a:t>
            </a:r>
            <a:r>
              <a:rPr lang="de-AT" sz="3200" dirty="0" err="1">
                <a:latin typeface="Bahnschrift" panose="020B0502040204020203" pitchFamily="34" charset="0"/>
              </a:rPr>
              <a:t>DaisyUI</a:t>
            </a:r>
            <a:r>
              <a:rPr lang="de-AT" sz="3200" dirty="0">
                <a:latin typeface="Bahnschrift" panose="020B0502040204020203" pitchFamily="34" charset="0"/>
              </a:rPr>
              <a:t>, </a:t>
            </a:r>
            <a:r>
              <a:rPr lang="de-AT" sz="3200" dirty="0" err="1">
                <a:latin typeface="Bahnschrift" panose="020B0502040204020203" pitchFamily="34" charset="0"/>
              </a:rPr>
              <a:t>Tailwind</a:t>
            </a:r>
            <a:endParaRPr lang="de-AT" sz="3200" dirty="0">
              <a:latin typeface="Bahnschrift" panose="020B0502040204020203" pitchFamily="34" charset="0"/>
            </a:endParaRPr>
          </a:p>
        </p:txBody>
      </p:sp>
      <p:sp>
        <p:nvSpPr>
          <p:cNvPr id="7" name="Textfeld 6">
            <a:extLst>
              <a:ext uri="{FF2B5EF4-FFF2-40B4-BE49-F238E27FC236}">
                <a16:creationId xmlns:a16="http://schemas.microsoft.com/office/drawing/2014/main" id="{512EA11B-0FE8-2E95-89B4-E4D3CEB84DF0}"/>
              </a:ext>
            </a:extLst>
          </p:cNvPr>
          <p:cNvSpPr txBox="1"/>
          <p:nvPr/>
        </p:nvSpPr>
        <p:spPr>
          <a:xfrm>
            <a:off x="6785251" y="776557"/>
            <a:ext cx="4720301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de-AT" sz="3200" dirty="0">
                <a:latin typeface="Bahnschrift" panose="020B0502040204020203" pitchFamily="34" charset="0"/>
              </a:rPr>
              <a:t>Backend-Framework</a:t>
            </a:r>
          </a:p>
          <a:p>
            <a:pPr algn="ctr"/>
            <a:r>
              <a:rPr lang="de-AT" sz="3200" dirty="0">
                <a:latin typeface="Bahnschrift" panose="020B0502040204020203" pitchFamily="34" charset="0"/>
              </a:rPr>
              <a:t>-</a:t>
            </a:r>
            <a:r>
              <a:rPr lang="de-AT" sz="3200" dirty="0" err="1">
                <a:latin typeface="Bahnschrift" panose="020B0502040204020203" pitchFamily="34" charset="0"/>
              </a:rPr>
              <a:t>Flask</a:t>
            </a:r>
            <a:endParaRPr lang="de-AT" sz="3200" dirty="0">
              <a:latin typeface="Bahnschrift" panose="020B0502040204020203" pitchFamily="34" charset="0"/>
            </a:endParaRPr>
          </a:p>
        </p:txBody>
      </p:sp>
      <p:pic>
        <p:nvPicPr>
          <p:cNvPr id="9" name="Grafik 8" descr="Ein Bild, das Zeichnung, Entwurf, Darstellung, Schwarzweiß enthält.&#10;&#10;KI-generierte Inhalte können fehlerhaft sein.">
            <a:extLst>
              <a:ext uri="{FF2B5EF4-FFF2-40B4-BE49-F238E27FC236}">
                <a16:creationId xmlns:a16="http://schemas.microsoft.com/office/drawing/2014/main" id="{90184FAD-0548-5CAA-6759-F3A2D3F5D9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85553" y="1842889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32892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5A5E302-D6E7-BAC8-7506-D5C30DDC64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AT" dirty="0" err="1"/>
              <a:t>Figma</a:t>
            </a:r>
            <a:r>
              <a:rPr lang="de-AT" dirty="0"/>
              <a:t>-UI Entwurf</a:t>
            </a:r>
          </a:p>
        </p:txBody>
      </p:sp>
      <p:sp>
        <p:nvSpPr>
          <p:cNvPr id="3" name="Textfeld 2">
            <a:extLst>
              <a:ext uri="{FF2B5EF4-FFF2-40B4-BE49-F238E27FC236}">
                <a16:creationId xmlns:a16="http://schemas.microsoft.com/office/drawing/2014/main" id="{3FA69791-6695-76F8-E164-DB4060EA6162}"/>
              </a:ext>
            </a:extLst>
          </p:cNvPr>
          <p:cNvSpPr txBox="1"/>
          <p:nvPr/>
        </p:nvSpPr>
        <p:spPr>
          <a:xfrm>
            <a:off x="612648" y="6124694"/>
            <a:ext cx="109044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AT" dirty="0">
                <a:hlinkClick r:id="rId2"/>
              </a:rPr>
              <a:t>https://www.figma.com/design/DFQyucnPyS6dHNW0W141Vi/HTLens?node-id=0-1&amp;p=f</a:t>
            </a:r>
            <a:endParaRPr lang="de-AT" dirty="0"/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71D47C38-4DB0-8FA1-5CCB-514DE3A77D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1241786"/>
            <a:ext cx="9652581" cy="46207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93003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fik 1" descr="Ein Bild, das Grafiken, Grafikdesign, Logo, Schrift enthält.&#10;&#10;KI-generierte Inhalte können fehlerhaft sein.">
            <a:extLst>
              <a:ext uri="{FF2B5EF4-FFF2-40B4-BE49-F238E27FC236}">
                <a16:creationId xmlns:a16="http://schemas.microsoft.com/office/drawing/2014/main" id="{61B41C2F-9348-9DED-C8EC-3451D46F4E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106" y="-1730829"/>
            <a:ext cx="10979787" cy="109797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342021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el 3">
            <a:extLst>
              <a:ext uri="{FF2B5EF4-FFF2-40B4-BE49-F238E27FC236}">
                <a16:creationId xmlns:a16="http://schemas.microsoft.com/office/drawing/2014/main" id="{AE6A235D-48E4-8A62-8192-0431785000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de-AT" dirty="0" err="1"/>
              <a:t>Trello</a:t>
            </a:r>
            <a:br>
              <a:rPr lang="de-AT" dirty="0"/>
            </a:br>
            <a:br>
              <a:rPr lang="de-AT" dirty="0"/>
            </a:br>
            <a:r>
              <a:rPr lang="de-AT" sz="2200" b="0" dirty="0">
                <a:hlinkClick r:id="rId2"/>
              </a:rPr>
              <a:t>https://trello.com/b/beBSJE2l/htlens</a:t>
            </a:r>
            <a:endParaRPr lang="de-AT" b="0" dirty="0"/>
          </a:p>
        </p:txBody>
      </p:sp>
      <p:sp>
        <p:nvSpPr>
          <p:cNvPr id="3" name="Titel 3">
            <a:extLst>
              <a:ext uri="{FF2B5EF4-FFF2-40B4-BE49-F238E27FC236}">
                <a16:creationId xmlns:a16="http://schemas.microsoft.com/office/drawing/2014/main" id="{F1FC9B4D-432B-FC24-FE5F-2FC955C6E349}"/>
              </a:ext>
            </a:extLst>
          </p:cNvPr>
          <p:cNvSpPr txBox="1">
            <a:spLocks/>
          </p:cNvSpPr>
          <p:nvPr/>
        </p:nvSpPr>
        <p:spPr>
          <a:xfrm>
            <a:off x="612648" y="2584124"/>
            <a:ext cx="10653578" cy="215101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de-AT" sz="3200" dirty="0" err="1"/>
              <a:t>Github</a:t>
            </a:r>
            <a:br>
              <a:rPr lang="de-AT" sz="3200" dirty="0"/>
            </a:br>
            <a:br>
              <a:rPr lang="de-AT" sz="3200" dirty="0"/>
            </a:br>
            <a:r>
              <a:rPr lang="de-AT" sz="1800" b="0" dirty="0">
                <a:hlinkClick r:id="rId3"/>
              </a:rPr>
              <a:t>https://github.com/tazreiterJakob/HTLens</a:t>
            </a:r>
            <a:endParaRPr lang="de-AT" sz="1800" b="0" dirty="0"/>
          </a:p>
        </p:txBody>
      </p:sp>
    </p:spTree>
    <p:extLst>
      <p:ext uri="{BB962C8B-B14F-4D97-AF65-F5344CB8AC3E}">
        <p14:creationId xmlns:p14="http://schemas.microsoft.com/office/powerpoint/2010/main" val="3532266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FF8A44D-62D5-672C-C72E-AFDC1EFD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707128"/>
          </a:xfrm>
        </p:spPr>
        <p:txBody>
          <a:bodyPr/>
          <a:lstStyle/>
          <a:p>
            <a:r>
              <a:rPr lang="de-AT" dirty="0"/>
              <a:t>Probleme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3D3977AE-9105-06B4-421E-8267004B6A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de-AT" dirty="0"/>
          </a:p>
          <a:p>
            <a:endParaRPr lang="de-AT" dirty="0"/>
          </a:p>
        </p:txBody>
      </p:sp>
      <p:pic>
        <p:nvPicPr>
          <p:cNvPr id="5" name="Grafik 4" descr="Ein Bild, das Symbol, Kreis, Logo, Grafiken enthält.&#10;&#10;KI-generierte Inhalte können fehlerhaft sein.">
            <a:extLst>
              <a:ext uri="{FF2B5EF4-FFF2-40B4-BE49-F238E27FC236}">
                <a16:creationId xmlns:a16="http://schemas.microsoft.com/office/drawing/2014/main" id="{6BC80F67-5EE3-76F0-E1D8-899A73D92E1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5527" y="3473324"/>
            <a:ext cx="1440000" cy="1440000"/>
          </a:xfrm>
          <a:prstGeom prst="rect">
            <a:avLst/>
          </a:prstGeom>
        </p:spPr>
      </p:pic>
      <p:pic>
        <p:nvPicPr>
          <p:cNvPr id="7" name="Grafik 6" descr="Ein Bild, das Schrift, Symbol, Design, Rechteck enthält.&#10;&#10;KI-generierte Inhalte können fehlerhaft sein.">
            <a:extLst>
              <a:ext uri="{FF2B5EF4-FFF2-40B4-BE49-F238E27FC236}">
                <a16:creationId xmlns:a16="http://schemas.microsoft.com/office/drawing/2014/main" id="{2A9A1BBE-348C-215C-53FF-640F83D1241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5774" y="5211735"/>
            <a:ext cx="2144626" cy="1440000"/>
          </a:xfrm>
          <a:prstGeom prst="rect">
            <a:avLst/>
          </a:prstGeom>
        </p:spPr>
      </p:pic>
      <p:pic>
        <p:nvPicPr>
          <p:cNvPr id="9" name="Grafik 8" descr="Ein Bild, das Schwarz, Dunkelheit enthält.&#10;&#10;KI-generierte Inhalte können fehlerhaft sein.">
            <a:extLst>
              <a:ext uri="{FF2B5EF4-FFF2-40B4-BE49-F238E27FC236}">
                <a16:creationId xmlns:a16="http://schemas.microsoft.com/office/drawing/2014/main" id="{03A8DC29-5E7A-D572-1493-FE09926653B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64933" y="1715532"/>
            <a:ext cx="1440000" cy="1440000"/>
          </a:xfrm>
          <a:prstGeom prst="rect">
            <a:avLst/>
          </a:prstGeom>
        </p:spPr>
      </p:pic>
      <p:sp>
        <p:nvSpPr>
          <p:cNvPr id="10" name="Rechteck 9">
            <a:extLst>
              <a:ext uri="{FF2B5EF4-FFF2-40B4-BE49-F238E27FC236}">
                <a16:creationId xmlns:a16="http://schemas.microsoft.com/office/drawing/2014/main" id="{1C32E760-2F0C-6387-3919-C0657F318E01}"/>
              </a:ext>
            </a:extLst>
          </p:cNvPr>
          <p:cNvSpPr/>
          <p:nvPr/>
        </p:nvSpPr>
        <p:spPr>
          <a:xfrm>
            <a:off x="3694763" y="5481735"/>
            <a:ext cx="6581631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 err="1"/>
              <a:t>Trello</a:t>
            </a:r>
            <a:r>
              <a:rPr lang="de-AT" sz="2000" dirty="0"/>
              <a:t>: Wann ist eine Aufgabe erfüllt?</a:t>
            </a:r>
          </a:p>
        </p:txBody>
      </p:sp>
      <p:sp>
        <p:nvSpPr>
          <p:cNvPr id="11" name="Rechteck 10">
            <a:extLst>
              <a:ext uri="{FF2B5EF4-FFF2-40B4-BE49-F238E27FC236}">
                <a16:creationId xmlns:a16="http://schemas.microsoft.com/office/drawing/2014/main" id="{0C52A360-0688-43AF-6020-1AD9D6974FD6}"/>
              </a:ext>
            </a:extLst>
          </p:cNvPr>
          <p:cNvSpPr/>
          <p:nvPr/>
        </p:nvSpPr>
        <p:spPr>
          <a:xfrm>
            <a:off x="3694764" y="1961856"/>
            <a:ext cx="6581631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Das Auswählen der Frameworks für Back- und Frontend dauerte lange.</a:t>
            </a:r>
          </a:p>
        </p:txBody>
      </p:sp>
      <p:sp>
        <p:nvSpPr>
          <p:cNvPr id="12" name="Rechteck 11">
            <a:extLst>
              <a:ext uri="{FF2B5EF4-FFF2-40B4-BE49-F238E27FC236}">
                <a16:creationId xmlns:a16="http://schemas.microsoft.com/office/drawing/2014/main" id="{BC178B50-6700-B3DE-A2DD-6FB44259719C}"/>
              </a:ext>
            </a:extLst>
          </p:cNvPr>
          <p:cNvSpPr/>
          <p:nvPr/>
        </p:nvSpPr>
        <p:spPr>
          <a:xfrm>
            <a:off x="3694763" y="3743324"/>
            <a:ext cx="6581631" cy="90000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AT" sz="2000" dirty="0"/>
              <a:t>Schlechte Zeiteinteilung</a:t>
            </a:r>
          </a:p>
        </p:txBody>
      </p:sp>
      <p:cxnSp>
        <p:nvCxnSpPr>
          <p:cNvPr id="14" name="Gerader Verbinder 13">
            <a:extLst>
              <a:ext uri="{FF2B5EF4-FFF2-40B4-BE49-F238E27FC236}">
                <a16:creationId xmlns:a16="http://schemas.microsoft.com/office/drawing/2014/main" id="{B427F028-83B4-3064-D7A3-ED99CC6E4E4E}"/>
              </a:ext>
            </a:extLst>
          </p:cNvPr>
          <p:cNvCxnSpPr>
            <a:cxnSpLocks/>
          </p:cNvCxnSpPr>
          <p:nvPr/>
        </p:nvCxnSpPr>
        <p:spPr>
          <a:xfrm>
            <a:off x="505734" y="1406235"/>
            <a:ext cx="10760492" cy="0"/>
          </a:xfrm>
          <a:prstGeom prst="line">
            <a:avLst/>
          </a:prstGeom>
          <a:ln w="571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1241979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101</Words>
  <Application>Microsoft Office PowerPoint</Application>
  <PresentationFormat>Widescreen</PresentationFormat>
  <Paragraphs>18</Paragraphs>
  <Slides>7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VanillaVTI</vt:lpstr>
      <vt:lpstr>Fabian Brandstetter Jakob Tazreiter  Jonas Wieser </vt:lpstr>
      <vt:lpstr>Das Team</vt:lpstr>
      <vt:lpstr>PowerPoint Presentation</vt:lpstr>
      <vt:lpstr>Figma-UI Entwurf</vt:lpstr>
      <vt:lpstr>PowerPoint Presentation</vt:lpstr>
      <vt:lpstr>Trello  https://trello.com/b/beBSJE2l/htlens</vt:lpstr>
      <vt:lpstr>Probleme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Jonas Wieser</dc:creator>
  <cp:lastModifiedBy>Jonas Wieser</cp:lastModifiedBy>
  <cp:revision>4</cp:revision>
  <dcterms:created xsi:type="dcterms:W3CDTF">2025-05-31T10:00:58Z</dcterms:created>
  <dcterms:modified xsi:type="dcterms:W3CDTF">2025-06-03T13:18:21Z</dcterms:modified>
</cp:coreProperties>
</file>